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libguides.lib.msu.edu/entrepreneur" TargetMode="External"/><Relationship Id="rId2" Type="http://schemas.openxmlformats.org/officeDocument/2006/relationships/hyperlink" Target="https://lib.msu.edu/makerspace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Researching Your Venture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Terence O'Neill  |  Entrepreneurship Librarian, MSU Libraries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RESEARCHING YOUR VENTURE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Feasibility vs. Scalable Viability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926080"/>
            <a:ext cx="5120640" cy="256032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FEASIBILITY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"Can we build it in the lab?"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Sensor precision &amp; code execution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Subsystem hardware integration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0" y="2926080"/>
            <a:ext cx="5120640" cy="256032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SUPER-SYSTEM VIABILITY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365760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"Where does it sit in the market?"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Supply chain &amp; CapEx limits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Regulatory barriers &amp; prior art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"Intuition sparks the engineering design; library evidence proves its scalability."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THEORETICAL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Eugene Shteyn’s Scalable Innovation Engine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10698480" cy="118872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2880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SUBSYSTEM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840480" y="18288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Components, micro-controllers, sensors, raw materials.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3108960"/>
            <a:ext cx="10698480" cy="118872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29184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SYSTEM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840480" y="32918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assembled physical prototype, software stack, bench process.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572000"/>
            <a:ext cx="10698480" cy="118872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7548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SUPER-SYSTEM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840480" y="47548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FDA/HACCP compliance, co-packers, global supply chains, end-user margins.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Micro-Industrial Food-Lab-as-a-Service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VENTURE IDEA: Modular, robotic cleanroom pods rented as 'Production-as-a-Service' for artisan ferments, koji serums, and functional food creators.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194560"/>
            <a:ext cx="3383280" cy="329184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774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2834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Audit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local health departments &amp; FDA/HACCP pass modular robotic cleanrooms?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2194560"/>
            <a:ext cx="3383280" cy="329184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3774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63440" y="2834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Audit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3440" y="329184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local co-packer radius big enough to justify hardware CapEx?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194560"/>
            <a:ext cx="3383280" cy="329184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23774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321040" y="2834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Audit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21040" y="329184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artisan food creators want automated precision or hand-crafted appeal?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Open your shared doc now. Log your 3 biggest technical assumptions before searching.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TRIANGULATION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Triad: 15-Minute Live Research Blitz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383280" cy="438912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373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20116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IBISWorld &amp; MarketLine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560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CapEx &amp; Supply Chain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05840" y="3017520"/>
            <a:ext cx="283464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SEARCH TARGETS: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356616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Catering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Specialty Food Manufacturing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Robotics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1463040"/>
            <a:ext cx="3383280" cy="4389120"/>
          </a:xfrm>
          <a:prstGeom prst="rect">
            <a:avLst/>
          </a:prstGeom>
          <a:solidFill>
            <a:srgbClr val="334155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17373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20116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Mintel &amp; Statista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63440" y="2560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Pull &amp; Adoption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3017520"/>
            <a:ext cx="283464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SEARCH TARGETS: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63440" y="356616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Automation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Kitchens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Fermented Foods &amp; CPG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046720" y="1463040"/>
            <a:ext cx="3383280" cy="438912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17373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21040" y="20116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Xplore &amp; Data Axle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21040" y="2560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 &amp; Local Partners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321040" y="3017520"/>
            <a:ext cx="283464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SEARCH TARGETS: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321040" y="356616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Food Handling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Axle: 50-Mile Radius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Co-Packers / Commercial Kitchens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AI: Structured Prompting with CRAFT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98480" cy="438912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73736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CRAFT FRAMEWORK (Ethan Mollick Mental Model)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9966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 as a commercial food facility compliance officer </a:t>
            </a:r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[ROLE]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reviewing modular robotic cleanroom kitchens </a:t>
            </a:r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[CONTEXT]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Identify 5 regulatory and HACCP sanitation bottlenecks </a:t>
            </a:r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[ACTION]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formatted as bullet points with industry standard citations </a:t>
            </a:r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[FORMAT]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Tone: Analytical </a:t>
            </a:r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[TONE]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."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4937760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RULE: Always prime LLMs with library database context. Never ask AI for facts without data grounding.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Starter Prompts: Brainstorm → Search → Make Sense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98480" cy="128016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459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20574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0" y="160020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 as a startup mentor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[ROLE]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I'm an engineering student with an idea for rentable food-production pods for small food makers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[CONTEXT]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List 5 questions I should answer before building a prototype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[ACTION]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 numbered list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[FORMAT]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Keep it simple and encouraging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[TONE]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10698480" cy="128016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1089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05840" y="35204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KEYWORDS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08960" y="306324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 as a research librarian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[ROLE]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I'm researching the market for small-batch food manufacturing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[CONTEXT]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Suggest 10 keywords and synonyms I can search in IBISWorld or Statista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[ACTION]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 table: keyword | why it helps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[FORMAT]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Plain and practical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[TONE]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."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28016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572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05840" y="49834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SENSE OF A SOURCE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108960" y="452628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 as a teaching assistant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[ROLE]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Below is a section of an IBISWorld report I pasted in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[CONTEXT]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Explain the 3 most important takeaways for a new business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[ACTION]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3 short bullet points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[FORMAT]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Plain language, no jargon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[TONE]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."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03 is the habit to build: paste the library source in first, then ask.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MEDIA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Library: High-Signal Strategy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212080" cy="420624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0116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ACQUIRED PODCAST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237744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Gilbert &amp; David Rosenthal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2926080"/>
            <a:ext cx="44805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3-hour corporate biographies &amp; strategy teardowns (NVIDIA, TSMC, Skunk Works). Learn how technical subsystems scale into super-systems.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4206240"/>
          </a:xfrm>
          <a:prstGeom prst="rect">
            <a:avLst/>
          </a:prstGeom>
          <a:solidFill>
            <a:srgbClr val="334155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20116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MEMORY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83680" y="237744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Ashlee Vance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2926080"/>
            <a:ext cx="44805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Front-line reporting on hard tech, physical manufacturing, and frontier hardware. Essential perspective on atom-level engineering hurdles.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Going: Library Resources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212080" cy="310896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ENTREPRENEURSHIP RESEARCH GUIDE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Databases, search tips, and help for market and industry research.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402336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https://libguides.lib.msu.edu/entrepreneu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libguides.lib.msu.edu/entrepreneur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212080" cy="3108960"/>
          </a:xfrm>
          <a:prstGeom prst="rect">
            <a:avLst/>
          </a:prstGeom>
          <a:solidFill>
            <a:srgbClr val="334155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MSU LIBRARIES MAKERSPACE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743200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and support for building and testing your prototype.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0" y="402336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https://lib.msu.edu/makerspac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lib.msu.edu/makerspace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 OF DATA VS. 6 MONTHS IN THE LAB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2194560"/>
            <a:ext cx="10332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"10 minutes of database triangulation prevents 6 months of building the wrong physical prototype."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the business model before you solder the board.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7520" y="5029200"/>
            <a:ext cx="6126480" cy="109728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0" y="5212080"/>
            <a:ext cx="6126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Terence O'Neill | Entrepreneurship Librarian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17520" y="5577840"/>
            <a:ext cx="6126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MSU Libraries Hub: libguides.lib.msu.edu/entrepreneur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EGR 440: Researching Your Venture - Scalable Innovation</dc:title>
  <dc:subject>PptxGenJS Presentation</dc:subject>
  <dc:creator>Terence O'Neill</dc:creator>
  <cp:lastModifiedBy>Terence O'Neill</cp:lastModifiedBy>
  <cp:revision>1</cp:revision>
  <dcterms:created xsi:type="dcterms:W3CDTF">2026-10-01T15:16:56Z</dcterms:created>
  <dcterms:modified xsi:type="dcterms:W3CDTF">2026-10-01T15:16:56Z</dcterms:modified>
</cp:coreProperties>
</file>