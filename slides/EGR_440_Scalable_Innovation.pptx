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RESEARCHING YOUR VENTURE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Feasibility vs. Scalable Viability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5120640" cy="25603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FEASIBILITY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"Can we build it in the lab?"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 precision &amp; code execution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Subsystem hardware integration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926080"/>
            <a:ext cx="5120640" cy="256032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SUPER-SYSTEM VIABILITY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3657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"Where does it sit in the market?"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&amp; CapEx limits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barriers &amp; prior 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"Intuition sparks the engineering design; library evidence proves its scalability."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Shteyn’s Scalable Innovation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micro-controllers, sensors, raw materials.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0698480" cy="11887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assembled physical prototype, software stack, bench process.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54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SUPER-SYSTEM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4754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FDA/HACCP compliance, co-packers, global supply chains, end-user margins.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MSU Libraries Entrepreneurship Hub: libguides.lib.msu.edu/entrepreneur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Micro-Industrial Food-Lab-as-a-Service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VENTURE IDEA: Modular, robotic cleanroom pods rented as 'Production-as-a-Service' for artisan ferments, koji serums, and functional food creators.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383280" cy="32918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local health departments &amp; FDA/HACCP pass modular robotic cleanrooms?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383280" cy="32918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local co-packer radius big enough to justify hardware CapEx?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383280" cy="32918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Audit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artisan food creators want automated precision or hand-crafted appeal?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Open your shared doc now. Log your 3 biggest technical assumptions before searching.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MSU Libraries Entrepreneurship Hub: libguides.lib.msu.edu/entrepreneur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Triad: 15-Minute Live Research Blitz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IBISWorld &amp; MarketLine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CapEx &amp; Supply Chain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017520"/>
            <a:ext cx="28346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TARGETS: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Catering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Food Manufacturing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38328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Mintel &amp; Statista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Pull &amp; Adoption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28346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TARGETS: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5661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Automation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Kitchens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Fermented Foods &amp; CPG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463040"/>
            <a:ext cx="338328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&amp; Data Axle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&amp; Local Partners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3017520"/>
            <a:ext cx="28346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TARGETS: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35661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Food Handling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Axle: 50-Mile Radius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Co-Packers / Commercial Kitchens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MSU Libraries Entrepreneurship Hub: libguides.lib.msu.edu/entrepreneur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AI: Structured Prompting with CRAFT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 FRAMEWORK (Ethan Mollick Mental Model)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commercial food facility compliance officer 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reviewing modular robotic cleanroom kitchens 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[CONTEXT]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Identify 5 regulatory and HACCP sanitation bottlenecks 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formatted as bullet points with industry standard citations 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[FORMAT]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Tone: Analytical 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[TONE]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RULE: Always prime LLMs with library database context. Never ask AI for facts without data grounding.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MSU Libraries Entrepreneurship Hub: libguides.lib.msu.edu/entrepreneur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Starter Prompts: Brainstorm → Search → Make Sense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startup mentor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[ROLE]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I'm an engineering student with an idea for rentable food-production pods for small food makers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[CONTEXT]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List 5 questions I should answer before building a prototype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[ACTION]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numbered list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[FORMAT]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Keep it simple and encouraging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[TONE]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698480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KEYWORDS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30632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research librarian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[ROLE]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I'm researching the market for small-batch food manufacturing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[CONTEXT]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Suggest 10 keywords and synonyms I can search in IBISWorld or Statista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[ACTION]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table: keyword | why it helps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[FORMAT]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Plain and practical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[TONE]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SENSE OF A 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526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teaching assistant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[ROLE]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Below is a section of an IBISWorld report I pasted in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[CONTEXT]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Explain the 3 most important takeaways for a new business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[ACTION]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3 short bullet points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[FORMAT]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Plain language, no jargon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[TONE]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03 is the habit to build: paste the library source in first, then ask.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MSU Libraries Entrepreneurship Hub: libguides.lib.msu.edu/entrepreneur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MEDIA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Library: High-Signal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4206240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PODCAST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Gilbert &amp; David Rosenthal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corporate biographies &amp; strategy teardowns (NVIDIA, TSMC, Skunk Works). Learn how technical subsystems scale into super-systems.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206240"/>
          </a:xfrm>
          <a:prstGeom prst="rect">
            <a:avLst/>
          </a:prstGeom>
          <a:solidFill>
            <a:srgbClr val="33415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MEMORY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Ashlee Vance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reporting on hard tech, physical manufacturing, and frontier hardware. Essential perspective on atom-level engineering hurdles.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 440 | MSU Libraries Entrepreneurship Hub: libguides.lib.msu.edu/entrepreneur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OF DATA VS. 6 MONTHS IN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minutes of database triangulation prevents 6 months of building the wrong physical prototype."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business model before you solder the board.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7520" y="5029200"/>
            <a:ext cx="6126480" cy="109728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52120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O'Neill | Entrepreneurship Librarian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55778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Libraries Hub: libguides.lib.msu.edu/entrepreneur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EGR 440: Researching Your Venture - Scalable Innovation</dc:title>
  <dc:subject>PptxGenJS Presentation</dc:subject>
  <dc:creator>Terence O'Neill</dc:creator>
  <cp:lastModifiedBy>Terence O'Neill</cp:lastModifiedBy>
  <cp:revision>1</cp:revision>
  <dcterms:created xsi:type="dcterms:W3CDTF">2026-10-01T14:59:44Z</dcterms:created>
  <dcterms:modified xsi:type="dcterms:W3CDTF">2026-10-01T14:59:44Z</dcterms:modified>
</cp:coreProperties>
</file>