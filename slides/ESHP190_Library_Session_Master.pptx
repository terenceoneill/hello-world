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4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ESHP 190: Introduction to Entrepreneurship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Terence O'Neill | Entrepreneurship Librarian | oneillt@msu.edu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9202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FEATURED COURSE: SPRING SEMESTER 2027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2860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ESHP 491.003: Researching Your Venture: Customers, Markets, and Context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8346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Wednesdays, 4:00 PM – 5:20 PM | Main Library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37560"/>
            <a:ext cx="99669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course teaches you to research the three domains that shape every venture: customers, markets, and business environment. You will conduct primary customer research, use databases to analyze industries and competitors, and scan environmental forces.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business coursework required. Come with a venture idea, at any stage, that you are willing to research honestly, including the possibility that your assumptions need to change.”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MSU Libraries  |  Terence O'Neill, Entrepreneurship Librarian (oneillt@msu.edu)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Japan Hotel Smoothie: From Intuition to Evidence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62179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645920"/>
            <a:ext cx="56692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Scenario: Fictional Event Venue Concept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“While traveling in Japan, I had an incredible smoothie every morning at my hotel. What if we made a signature smoothie bar a feature of our event venue—a twist on wellness weddings?”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that immediately arise: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‘wellness weddings’ actually trending, or a passing niche?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functional ingredients/flavors are consumers demanding?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local growers lock down supply for these agricultural inputs?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1371600"/>
            <a:ext cx="4206240" cy="475488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33832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PHOTO PLACEHOLDER ]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Hotel Smoothie / Wellness Concept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MSU Libraries  |  Terence O'Neill, Entrepreneurship Librarian (oneillt@msu.edu)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Setup &amp; Research Hygiene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621792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845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645920"/>
            <a:ext cx="56692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Open a digital document right now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document right now: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5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specific questions do I have about my venture or client’s market right now?”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Practices Embedded Here: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Hygiene: Routine habits (like daily flossing) keep your project organized.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Traceability: Give yourself a single place to log links, notes, and citations.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Collaboration: How will your team share these notes?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 Shift: Remember—you are NOT your customer.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1371600"/>
            <a:ext cx="4206240" cy="475488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33832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PHOTO PLACEHOLDER ]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Habits &amp; Clean Research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MSU Libraries  |  Terence O'Neill, Entrepreneurship Librarian (oneillt@msu.edu)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Deep-Dive &amp; Exploration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6459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Entrepreneurship Hub: libguides.lib.msu.edu/entrepreneur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194560"/>
            <a:ext cx="9966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Mintel: </a:t>
            </a:r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trends, demographic behavior, and market forecasts (check login on entry!).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Statista: </a:t>
            </a:r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statistics, consumer surveys, and market size reports.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Axle Reference Solutions: </a:t>
            </a:r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local competitors by zip code, pull private company profiles, and build target customer lists.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Access Note: </a:t>
            </a:r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hit by a login or proxy loop, switch to another browser (e.g., Chrome to Firefox/Incognito) to bypass cookie issues.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MSU Libraries  |  Terence O'Neill, Entrepreneurship Librarian (oneillt@msu.edu)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AI &amp; The CRAFT Prompting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63040"/>
            <a:ext cx="48463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1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“Think of a generative AI tool as a machine you are programming with words.”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1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Ethan Mollick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Mnemonic: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| Role | Action | Format | Tone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Advantages of Library Database AIs: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Primed specifically for business/entrepreneurial research.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proprietary data inaccessible to open web LLMs.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Ask AI to grade its confidence level and reveal its sources.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212080" cy="4846320"/>
          </a:xfrm>
          <a:prstGeom prst="rect">
            <a:avLst/>
          </a:prstGeom>
          <a:solidFill>
            <a:srgbClr val="EDF2F7"/>
          </a:solidFill>
          <a:ln w="25400">
            <a:solidFill>
              <a:srgbClr val="1845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CRAFT Prompt (Try in Mintel/Statista):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202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“Please act as my experienced food business mentor [ROLE] coaching me as I search for a business model in my chosen area of developing a local food smoothie system around the broader concept of a ‘wellness wedding’ and similar retreats [CONTEXT].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present five trends [ACTION] in bullets with citations [FORMAT]. Keep the tone conversational and explain any acronyms [TONE].”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2026-09-16T17:12:16Z</dcterms:created>
  <dcterms:modified xsi:type="dcterms:W3CDTF">2026-09-16T17:12:16Z</dcterms:modified>
</cp:coreProperties>
</file>